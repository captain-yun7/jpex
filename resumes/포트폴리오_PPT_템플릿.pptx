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87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프로젝트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유기견 입양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E682"/>
                </a:solidFill>
              </a:defRPr>
            </a:pPr>
            <a:r>
              <a:t>프로젝트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기간 : 2025.06 ~ 2025.07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E682"/>
                </a:solidFill>
              </a:defRPr>
            </a:pPr>
            <a:r>
              <a:t>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유기동물 입양과 보호를 지원하는 기능 충실 플랫폼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E682"/>
                </a:solidFill>
              </a:defRPr>
            </a:pPr>
            <a:r>
              <a:t>사용 기술 &amp;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Back : Spring Boot, Spring Security, JPA, PostgreSQL,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Front: Next.js, Axios, Zustand, Tailwind CSS, Figma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57200"/>
            <a:ext cx="3657600" cy="2743200"/>
          </a:xfrm>
          <a:prstGeom prst="roundRect">
            <a:avLst/>
          </a:prstGeom>
          <a:solidFill>
            <a:srgbClr val="FFFACD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[프로젝트 이미지 또는 스크린샷]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657600"/>
            <a:ext cx="1645920" cy="548640"/>
          </a:xfrm>
          <a:prstGeom prst="roundRect">
            <a:avLst/>
          </a:prstGeom>
          <a:solidFill>
            <a:srgbClr val="6496C8"/>
          </a:solidFill>
          <a:ln>
            <a:solidFill>
              <a:srgbClr val="50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팀 협업 체계화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566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505050"/>
                </a:solidFill>
              </a:defRPr>
            </a:pPr>
            <a:r>
              <a:t>- 요구사항 API 명세서 수립</a:t>
            </a:r>
          </a:p>
          <a:p>
            <a:r>
              <a:t>- Kanban 보드 활용</a:t>
            </a:r>
          </a:p>
          <a:p>
            <a:r>
              <a:t>- GitHub Flow 전략</a:t>
            </a:r>
          </a:p>
          <a:p>
            <a:r>
              <a:t>- Daily Scrum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4572000"/>
            <a:ext cx="1645920" cy="548640"/>
          </a:xfrm>
          <a:prstGeom prst="roundRect">
            <a:avLst/>
          </a:prstGeom>
          <a:solidFill>
            <a:srgbClr val="6496C8"/>
          </a:solidFill>
          <a:ln>
            <a:solidFill>
              <a:srgbClr val="50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커뮤니티 기능 개발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480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505050"/>
                </a:solidFill>
              </a:defRPr>
            </a:pPr>
            <a:r>
              <a:t>- 자유게시판 개발</a:t>
            </a:r>
          </a:p>
          <a:p>
            <a:r>
              <a:t>- SSR + CSR 프론트 구현</a:t>
            </a:r>
          </a:p>
          <a:p>
            <a:r>
              <a:t>- API 테스트 진행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5486400"/>
            <a:ext cx="1645920" cy="548640"/>
          </a:xfrm>
          <a:prstGeom prst="roundRect">
            <a:avLst/>
          </a:prstGeom>
          <a:solidFill>
            <a:srgbClr val="6496C8"/>
          </a:solidFill>
          <a:ln>
            <a:solidFill>
              <a:srgbClr val="50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성능 최적화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394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505050"/>
                </a:solidFill>
              </a:defRPr>
            </a:pPr>
            <a:r>
              <a:t>- 초기 로딩(FCP) 지연과 SEO 문제 해결</a:t>
            </a:r>
          </a:p>
          <a:p>
            <a:r>
              <a:t>- 대량 엔티티 최적화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646464"/>
                </a:solidFill>
              </a:defRPr>
            </a:pPr>
            <a:r>
              <a:t>Project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01 협업 전략  |  주요 협업 방식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4114800" cy="2743200"/>
          </a:xfrm>
          <a:prstGeom prst="roundRect">
            <a:avLst/>
          </a:prstGeom>
          <a:solidFill>
            <a:srgbClr val="F0F5FA"/>
          </a:solidFill>
          <a:ln>
            <a:solidFill>
              <a:srgbClr val="96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200">
                <a:solidFill>
                  <a:srgbClr val="646464"/>
                </a:solidFill>
              </a:defRPr>
            </a:pPr>
            <a:r>
              <a:t>[협업 프로세스 플로우 차트]</a:t>
            </a:r>
          </a:p>
          <a:p/>
          <a:p>
            <a:r>
              <a:t>01 Figma → 02 GitHub Flow → 03 Kanban → 04 Daily Scrum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02 주요 기능  |  전체 기능 및 담당 구현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1. 공통 사용자 관리  - 회원가입, 인증/인가, 게정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57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2. 공통 자유 게시판  - Q&amp;A와 커뮤니티 글·댓글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3. 보호소 게정  - 입양 등록 등록 관리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943600"/>
            <a:ext cx="3657600" cy="731520"/>
          </a:xfrm>
          <a:prstGeom prst="roundRect">
            <a:avLst/>
          </a:prstGeom>
          <a:solidFill>
            <a:srgbClr val="FFFAE6"/>
          </a:solidFill>
          <a:ln>
            <a:solidFill>
              <a:srgbClr val="C8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Backend: 기본적인 CRUD, REST API 설계</a:t>
            </a:r>
          </a:p>
          <a:p>
            <a:r>
              <a:t>Frontend: 상태관리(Zustand), Axios-REST API 통신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03 성능 최적화  |  이슈 해결 방식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463040"/>
            <a:ext cx="41148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200">
                <a:solidFill>
                  <a:srgbClr val="787878"/>
                </a:solidFill>
              </a:defRPr>
            </a:pPr>
            <a:r>
              <a:t>[개발 과정 스크린샷 이미지]</a:t>
            </a:r>
          </a:p>
          <a:p/>
          <a:p>
            <a:r>
              <a:t>예: GitHub PR, Postman 테스트 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474720"/>
            <a:ext cx="1920240" cy="1371600"/>
          </a:xfrm>
          <a:prstGeom prst="roundRect">
            <a:avLst/>
          </a:prstGeom>
          <a:solidFill>
            <a:srgbClr val="6EA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대량 엔티티 최적화</a:t>
            </a:r>
          </a:p>
          <a:p>
            <a:br/>
            <a:pPr>
              <a:lnSpc>
                <a:spcPct val="120000"/>
              </a:lnSpc>
              <a:defRPr sz="900">
                <a:solidFill>
                  <a:srgbClr val="FFFFFF"/>
                </a:solidFill>
              </a:defRPr>
            </a:pPr>
            <a:r>
              <a:t>문제점</a:t>
            </a:r>
            <a:br/>
            <a:r>
              <a:t>필드 변경마다 엔티티를 매번에서 율리고</a:t>
            </a:r>
            <a:br/>
            <a:r>
              <a:t>dirty checking 수행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766560" y="3840480"/>
            <a:ext cx="457200" cy="274320"/>
          </a:xfrm>
          <a:prstGeom prst="rightArrow">
            <a:avLst/>
          </a:prstGeom>
          <a:solidFill>
            <a:srgbClr val="64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0" y="3474720"/>
            <a:ext cx="1645920" cy="13716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문제점</a:t>
            </a:r>
          </a:p>
          <a:p>
            <a:br/>
            <a:pPr>
              <a:lnSpc>
                <a:spcPct val="120000"/>
              </a:lnSpc>
              <a:defRPr sz="800">
                <a:solidFill>
                  <a:srgbClr val="3C3C3C"/>
                </a:solidFill>
              </a:defRPr>
            </a:pPr>
            <a:r>
              <a:t>CSR 방식 초기 로딩 곤애</a:t>
            </a:r>
            <a:br/>
            <a:r>
              <a:t>→ FCP 지연, SEO 그레이 인덱싱 실패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029200"/>
            <a:ext cx="4114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C3C3C"/>
                </a:solidFill>
              </a:defRPr>
            </a:pPr>
            <a:r>
              <a:t>개선 방법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000">
                <a:solidFill>
                  <a:srgbClr val="505050"/>
                </a:solidFill>
              </a:defRPr>
            </a:pPr>
            <a:r>
              <a:t>JPQL update + @Modifying 사용</a:t>
            </a:r>
            <a:br/>
            <a:r>
              <a:t>→ 엔티티 로드 없이 1쿼리시 벗자 처리</a:t>
            </a:r>
          </a:p>
          <a:p>
            <a:pPr>
              <a:lnSpc>
                <a:spcPct val="120000"/>
              </a:lnSpc>
              <a:defRPr sz="900" b="1">
                <a:solidFill>
                  <a:srgbClr val="323232"/>
                </a:solidFill>
              </a:defRPr>
            </a:pPr>
            <a:r>
              <a:t>&gt;&gt; Heap Usage 약 40% 감소 / 저리량 20% 증가</a:t>
            </a:r>
            <a:br/>
            <a:r>
              <a:t>&gt;&gt; 37개랄 엔티티 로드 → 1 SQL Update로 반영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자체 페이지 SSR + 야타 페이지 CSR 유지</a:t>
            </a:r>
            <a:br/>
            <a:r>
              <a:t>→ 80초 Edge Cache 적용스로 서비 사이블탈트 최소화</a:t>
            </a:r>
          </a:p>
          <a:p>
            <a:pPr>
              <a:lnSpc>
                <a:spcPct val="120000"/>
              </a:lnSpc>
              <a:defRPr sz="900" b="1">
                <a:solidFill>
                  <a:srgbClr val="323232"/>
                </a:solidFill>
              </a:defRPr>
            </a:pPr>
            <a:r>
              <a:t>&gt;&gt; 서버 랜더링 시간 17ms → 15ms</a:t>
            </a:r>
            <a:br/>
            <a:r>
              <a:t>&gt;&gt; FCP 1.8s → 1.2s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