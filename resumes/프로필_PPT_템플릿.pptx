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0"/>
            <a:ext cx="1828800" cy="274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7200" b="1">
                <a:solidFill>
                  <a:srgbClr val="E6E6E6"/>
                </a:solidFill>
              </a:defRPr>
            </a:pPr>
            <a:r>
              <a:t>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6496C8"/>
                </a:solidFill>
              </a:defRPr>
            </a:pPr>
            <a:r>
              <a:t>미래를 설계하는 개발자</a:t>
            </a:r>
          </a:p>
          <a:p>
            <a:pPr>
              <a:defRPr sz="2800">
                <a:solidFill>
                  <a:srgbClr val="6496C8"/>
                </a:solidFill>
              </a:defRPr>
            </a:pPr>
            <a:r>
              <a:t>이미래 입니다.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2011680"/>
            <a:ext cx="1828800" cy="1828800"/>
          </a:xfrm>
          <a:prstGeom prst="ellipse">
            <a:avLst/>
          </a:prstGeom>
          <a:solidFill>
            <a:srgbClr val="C8DCF0"/>
          </a:solidFill>
          <a:ln w="381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defRPr sz="1400">
                <a:solidFill>
                  <a:srgbClr val="646464"/>
                </a:solidFill>
              </a:defRPr>
            </a:pPr>
            <a:r>
              <a:t>프로필</a:t>
            </a:r>
          </a:p>
          <a:p>
            <a: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82828"/>
                </a:solidFill>
              </a:defRPr>
            </a:pPr>
            <a:r>
              <a:t>이미래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1995.08.28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96C8"/>
                </a:solidFill>
              </a:defRPr>
            </a:pPr>
            <a:r>
              <a:t>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010.7552.3951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5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96C8"/>
                </a:solidFill>
              </a:defRPr>
            </a:pPr>
            <a:r>
              <a:t>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5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mirae3951@gmail.com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39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96C8"/>
                </a:solidFill>
              </a:defRPr>
            </a:pPr>
            <a: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399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서울 강서구 화곡동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457200"/>
            <a:ext cx="18288" cy="64008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457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경력사항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777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C3C3C"/>
                </a:solidFill>
              </a:defRPr>
            </a:pPr>
            <a:r>
              <a:t>개발직 경력: 1년 11개월</a:t>
            </a:r>
          </a:p>
          <a:p>
            <a:pPr>
              <a:spcBef>
                <a:spcPts val="500"/>
              </a:spcBef>
              <a:defRPr sz="1000">
                <a:solidFill>
                  <a:srgbClr val="505050"/>
                </a:solidFill>
              </a:defRPr>
            </a:pPr>
            <a:r>
              <a:t>2023.05 ~ 2025.04        인피닉 ( AI팀, 연구원 )</a:t>
            </a:r>
            <a:br/>
            <a:r>
              <a:t>                                     - AI 연구소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737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교육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05740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505050"/>
                </a:solidFill>
              </a:defRPr>
            </a:pPr>
            <a:r>
              <a:t>2025.04 ~ 진행중        AWS 클라우드를 활용한</a:t>
            </a:r>
          </a:p>
          <a:p>
            <a:r>
              <a:t>                                     MSA 기반 자바 개발자 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743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자격증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063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505050"/>
                </a:solidFill>
              </a:defRPr>
            </a:pPr>
            <a:r>
              <a:t>- 빅데이터 분석기사</a:t>
            </a:r>
          </a:p>
          <a:p>
            <a:pPr>
              <a:spcAft>
                <a:spcPts val="300"/>
              </a:spcAft>
              <a:defRPr sz="1000">
                <a:solidFill>
                  <a:srgbClr val="505050"/>
                </a:solidFill>
              </a:defRPr>
            </a:pPr>
            <a:r>
              <a:t>- SQL (SQLD)</a:t>
            </a:r>
          </a:p>
          <a:p>
            <a:pPr>
              <a:spcAft>
                <a:spcPts val="300"/>
              </a:spcAft>
              <a:defRPr sz="1000">
                <a:solidFill>
                  <a:srgbClr val="505050"/>
                </a:solidFill>
              </a:defRPr>
            </a:pPr>
            <a:r>
              <a:t>- 데이터 분석 준전문가 (ADsP)</a:t>
            </a:r>
          </a:p>
          <a:p>
            <a:pPr>
              <a:spcAft>
                <a:spcPts val="300"/>
              </a:spcAft>
              <a:defRPr sz="1000">
                <a:solidFill>
                  <a:srgbClr val="505050"/>
                </a:solidFill>
              </a:defRPr>
            </a:pPr>
            <a:r>
              <a:t>- 컴퓨터 활용 능력 (1급)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7772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505050"/>
                </a:solidFill>
              </a:defRPr>
            </a:pPr>
            <a:r>
              <a:t>'자율 주행 인지기술을 위한 3차원 시맨틱 세그멘테이션'</a:t>
            </a:r>
          </a:p>
          <a:p/>
          <a:p>
            <a:r>
              <a:t>[정보통신진흥기관 조가기술동향 2115호 게재 (Page 16~29)]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4630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특허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505050"/>
                </a:solidFill>
              </a:defRPr>
            </a:pPr>
            <a:r>
              <a:t>인공지능을 이용한 교육 모니터링 방법 및 이를</a:t>
            </a:r>
          </a:p>
          <a:p>
            <a:r>
              <a:t>실행하기 위하여 기록매체에 기록된 컴퓨터 프로그램</a:t>
            </a:r>
          </a:p>
          <a:p>
            <a:br/>
            <a:pPr>
              <a:defRPr sz="800">
                <a:solidFill>
                  <a:srgbClr val="505050"/>
                </a:solidFill>
              </a:defRPr>
            </a:pPr>
            <a:r>
              <a:t>출원 번호 : 10-2023-0155645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6032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활동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8803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05050"/>
                </a:solidFill>
              </a:defRPr>
            </a:pPr>
            <a:r>
              <a:t>2023.03        산림 빅데이터 활용 해커톤 본선 진출, 동상</a:t>
            </a:r>
          </a:p>
          <a:p>
            <a:br/>
            <a:pPr>
              <a:defRPr sz="1000">
                <a:solidFill>
                  <a:srgbClr val="505050"/>
                </a:solidFill>
              </a:defRPr>
            </a:pPr>
            <a:r>
              <a:t>2023.02        (AI 부트캠프) 실무 프로젝트 발표회, 대상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4048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496C8"/>
                </a:solidFill>
              </a:defRPr>
            </a:pPr>
            <a:r>
              <a:t>스킬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160520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Languages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416052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Python, Java, JavaScript, TypeScript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4453128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Backend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453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Spring Boot, Spring Cloud, Spring Security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75120" y="4745736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474573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React, Next.js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5038344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5038344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MySQL, Postgre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75120" y="5330952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Infra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5330952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Docker, Kubernetes, AWS, Linux, WSL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5120" y="5623560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DL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79" y="56235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PyTorch, TensorFlow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75120" y="5916168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ML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59161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Pandas, Numpy, Selenium, Scikit-learn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75120" y="6208776"/>
            <a:ext cx="731520" cy="228600"/>
          </a:xfrm>
          <a:prstGeom prst="roundRect">
            <a:avLst/>
          </a:prstGeom>
          <a:solidFill>
            <a:srgbClr val="F0F5FA"/>
          </a:solidFill>
          <a:ln w="12700">
            <a:solidFill>
              <a:srgbClr val="6496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6496C8"/>
                </a:solidFill>
              </a:defRPr>
            </a:pPr>
            <a:r>
              <a:t>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6208776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3C3C3C"/>
                </a:solidFill>
              </a:defRPr>
            </a:pPr>
            <a:r>
              <a:t>GitHub, Notion, Postman, Wandb, Figma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