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JPEX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645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마이데이터 API 연동</a:t>
            </a:r>
            <a:br/>
            <a:r>
              <a:t>시스템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구축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686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created at 2025.12.19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JPEX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가상자산사업자(VASP) 마이데이터 정보제공자 API 시스템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645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• 참조 규격: 금융분야 마이데이터 표준 API 규격 (금융보안원)</a:t>
            </a:r>
            <a:br/>
            <a:r>
              <a:t>• 관련 법규: 신용정보법, 개인정보보호법, 특정금융정보법</a:t>
            </a:r>
            <a:br/>
            <a:r>
              <a:t>• 테스트베드: 금융분야 MYDATA TESTBED</a:t>
            </a:r>
            <a:br/>
            <a:br/>
            <a:r>
              <a:t>마이데이터 2.0 주요 변경사항 (2025년 적용)</a:t>
            </a:r>
            <a:br/>
            <a:r>
              <a:t>• 전송요구 동의 절차 2단계 → 1단계 간소화</a:t>
            </a:r>
            <a:br/>
            <a:r>
              <a:t>• 정기적 전송이 기본값으로 설정</a:t>
            </a:r>
            <a:br/>
            <a:r>
              <a:t>• API v2 규격 적용 (2025-09-30까지 v1/v2 병행)</a:t>
            </a:r>
            <a:br/>
            <a:r>
              <a:t>• 개인(신용)정보 제3자 제공 동의 내역 철회 요청 API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0"/>
            <a:ext cx="1645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기술 스택</a:t>
            </a:r>
            <a:br/>
            <a:r>
              <a:t>• TLS 1.3 이상 (전송 구간 암호화)</a:t>
            </a:r>
            <a:br/>
            <a:r>
              <a:t>• mTLS (양방향 인증서 기반 상호인증)</a:t>
            </a:r>
            <a:br/>
            <a:r>
              <a:t>• OAuth 2.0 / JWS (JSON Web Signature)</a:t>
            </a:r>
            <a:br/>
            <a:r>
              <a:t>• Java/Spring Boot, PostgreSQL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JPEX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개발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A. 정보제공 API 개발</a:t>
            </a:r>
            <a:br/>
            <a:r>
              <a:t>• 접근토큰 발급/갱신/폐기 API</a:t>
            </a:r>
            <a:br/>
            <a:r>
              <a:t>• 자산목록 조회 API (가상자산 보유 현황)</a:t>
            </a:r>
            <a:br/>
            <a:r>
              <a:t>• 거래내역 조회 API (입출금, 매매 내역)</a:t>
            </a:r>
            <a:br/>
            <a:r>
              <a:t>• 기본정보 조회 API (계정 정보)</a:t>
            </a:r>
            <a:br/>
            <a:r>
              <a:t>• 전송요구 내역 조회/철회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B. 인증/보안 시스템</a:t>
            </a:r>
            <a:br/>
            <a:r>
              <a:t>• OAuth 2.0 인증 서버 구축</a:t>
            </a:r>
            <a:br/>
            <a:r>
              <a:t>• mTLS 상호인증 구현</a:t>
            </a:r>
            <a:br/>
            <a:r>
              <a:t>• JWS 토큰 발급/검증 모듈</a:t>
            </a:r>
            <a:br/>
            <a:r>
              <a:t>• API 키/시크릿 관리 시스템</a:t>
            </a:r>
            <a:br/>
            <a:r>
              <a:t>• 접근 로그 기록 및 감사 추적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C. 데이터 연동</a:t>
            </a:r>
            <a:br/>
            <a:r>
              <a:t>• 기존 가상자산 시스템 데이터 연동</a:t>
            </a:r>
            <a:br/>
            <a:r>
              <a:t>• 마이데이터 표준 포맷 변환 모듈</a:t>
            </a:r>
            <a:br/>
            <a:r>
              <a:t>• 실시간/배치 데이터 동기화</a:t>
            </a:r>
            <a:br/>
            <a:r>
              <a:t>• 개인정보 암호화 처리 (AES-256)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D. 관리 시스템</a:t>
            </a:r>
            <a:br/>
            <a:r>
              <a:t>• API 모니터링 대시보드</a:t>
            </a:r>
            <a:br/>
            <a:r>
              <a:t>• API 호출 통계 및 과금 관리</a:t>
            </a:r>
            <a:br/>
            <a:r>
              <a:t>• 장애 알림 시스템</a:t>
            </a:r>
            <a:br/>
            <a:r>
              <a:t>• 마이데이터사업자 등록/관리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4864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E. 테스트/인증</a:t>
            </a:r>
            <a:br/>
            <a:r>
              <a:t>• 마이데이터 테스트베드 연동 테스트</a:t>
            </a:r>
            <a:br/>
            <a:r>
              <a:t>• 금융보안원 적합성 검증 대응</a:t>
            </a:r>
            <a:br/>
            <a:r>
              <a:t>• 성능/부하 테스트</a:t>
            </a:r>
            <a:br/>
            <a:r>
              <a:t>• 보안 취약점 점검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JPEX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견적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02920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총 개발비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0000"/>
                </a:solidFill>
              </a:defRPr>
            </a:pPr>
            <a:r>
              <a:t>1,800만원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VAT 별도</a:t>
            </a:r>
            <a:br/>
            <a:r>
              <a:t>분석/설계 + 인증/보안 + API 개발</a:t>
            </a:r>
            <a:br/>
            <a:r>
              <a:t>+ 데이터 연동 + 테스트/검증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828800"/>
            <a:ext cx="502920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결제 조건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468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착수금 20%</a:t>
            </a:r>
            <a:br/>
            <a:r>
              <a:t>잔금 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657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착수금: 계약 체결 시</a:t>
            </a:r>
            <a:br/>
            <a:r>
              <a:t>잔금: 적합성 검증 통과 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645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별도 비용 안내</a:t>
            </a:r>
            <a:br/>
            <a:r>
              <a:t>• 마이데이터 종합포털 API 이용료 (API 호출 건수 기준 과금)</a:t>
            </a:r>
            <a:br/>
            <a:r>
              <a:t>• 금융보안원 적합성 검증 수수료</a:t>
            </a:r>
            <a:br/>
            <a:r>
              <a:t>• 서버/클라우드 인프라 비용 (AWS/NCP 등)</a:t>
            </a:r>
            <a:br/>
            <a:r>
              <a:t>• SSL 인증서 (EV 인증서) 비용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315200"/>
            <a:ext cx="1645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필수 사전 요건 (발주사 준비사항)</a:t>
            </a:r>
            <a:br/>
            <a:r>
              <a:t>• 가상자산사업자(VASP) 신고 완료</a:t>
            </a:r>
            <a:br/>
            <a:r>
              <a:t>• ISMS 인증 보유</a:t>
            </a:r>
            <a:br/>
            <a:r>
              <a:t>• 금융보안원 마이데이터 테스트베드 가입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JPEX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예상 개발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총 개발 기간: 약 14~16주 (3~4개월)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64592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1단계: 분석/설계 (2주)</a:t>
            </a:r>
            <a:br/>
            <a:r>
              <a:t>• 요구사항 분석</a:t>
            </a:r>
            <a:br/>
            <a:r>
              <a:t>• API 설계</a:t>
            </a:r>
            <a:br/>
            <a:r>
              <a:t>• 보안 아키텍처 설계</a:t>
            </a:r>
            <a:br/>
            <a:br/>
            <a:r>
              <a:t>2단계: 인증 시스템 개발 (4주)</a:t>
            </a:r>
            <a:br/>
            <a:r>
              <a:t>• OAuth 2.0 구현</a:t>
            </a:r>
            <a:br/>
            <a:r>
              <a:t>• mTLS 상호인증</a:t>
            </a:r>
            <a:br/>
            <a:r>
              <a:t>• JWS 토큰 모듈</a:t>
            </a:r>
            <a:br/>
            <a:br/>
            <a:r>
              <a:t>3단계: API 개발 (4주)</a:t>
            </a:r>
            <a:br/>
            <a:r>
              <a:t>• 정보제공 API 개발</a:t>
            </a:r>
            <a:br/>
            <a:r>
              <a:t>• 데이터 연동 개발</a:t>
            </a:r>
            <a:br/>
            <a:r>
              <a:t>• 관리 시스템 개발</a:t>
            </a:r>
            <a:br/>
            <a:br/>
            <a:r>
              <a:t>4단계: 테스트/검증 (4~6주)</a:t>
            </a:r>
            <a:br/>
            <a:r>
              <a:t>• 테스트베드 연동 테스트</a:t>
            </a:r>
            <a:br/>
            <a:r>
              <a:t>• 금융보안원 적합성 검증 대응</a:t>
            </a:r>
            <a:br/>
            <a:r>
              <a:t>• 성능/부하 테스트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0"/>
            <a:ext cx="1645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※ 개발 일정은 고객사의 요구사항 변경 및 일정에 따라 조정될 수 있음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프로젝트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개발 기간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3~4개월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개발 비용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2918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1,800만원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착수금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2918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360만원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잔금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0" y="32918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1,440만원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8640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수신: 가디언홀딩스 담당자님 귀하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686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문의: 010-2174-5072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0" y="9144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</a:defRPr>
            </a:pPr>
            <a:r>
              <a:t>JPEX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